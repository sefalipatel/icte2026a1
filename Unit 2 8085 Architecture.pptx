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7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74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7FD959-B5E7-4AC8-95C8-67D59173150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2D86A-C160-4640-8EA7-CBE69241A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814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2D86A-C160-4640-8EA7-CBE69241A6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953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EC91-841C-4945-9EC4-0BE4255FDBA4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7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E9DD-FDC8-4706-897F-6A327401A088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2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6D315-A15B-446B-B424-D7790F151871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684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C0A93-36DE-41F2-B932-1C34F0EB7061}" type="datetime1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55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6FE30-B05A-45EA-9489-D625FABC3BFC}" type="datetime1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56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8B14-F967-4E94-986F-85972BB4C817}" type="datetime1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76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7B6D-9D1F-4F25-8F41-086C7412A221}" type="datetime1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443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63F1-B587-4013-B9DB-FC4461A2E2D4}" type="datetime1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868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B896-1B8E-4D83-A00B-EA3519243C44}" type="datetime1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05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E1EB-8890-4B46-8061-513B43F48E23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3925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E1EB-8890-4B46-8061-513B43F48E23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902471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E1EB-8890-4B46-8061-513B43F48E23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7149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E1EB-8890-4B46-8061-513B43F48E23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083767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E1EB-8890-4B46-8061-513B43F48E23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9531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5CDDF-D312-4152-8A2D-C60EF2819B9F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6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00C49-EB88-4F25-86B1-B74E3A2CB92A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88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BE1EB-8890-4B46-8061-513B43F48E23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CA301A6-95C6-4CB4-8A04-56E039F10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658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8085 Microprocessor Architecture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2400" dirty="0" smtClean="0">
              <a:solidFill>
                <a:srgbClr val="C00000"/>
              </a:solidFill>
            </a:endParaRPr>
          </a:p>
          <a:p>
            <a:r>
              <a:rPr lang="en-US" sz="2400" dirty="0" smtClean="0">
                <a:solidFill>
                  <a:srgbClr val="C00000"/>
                </a:solidFill>
              </a:rPr>
              <a:t>Prepared By: Mrs. </a:t>
            </a:r>
            <a:r>
              <a:rPr lang="en-US" sz="2400" dirty="0" err="1" smtClean="0">
                <a:solidFill>
                  <a:srgbClr val="C00000"/>
                </a:solidFill>
              </a:rPr>
              <a:t>Sneha</a:t>
            </a:r>
            <a:r>
              <a:rPr lang="en-US" sz="2400" dirty="0" smtClean="0">
                <a:solidFill>
                  <a:srgbClr val="C00000"/>
                </a:solidFill>
              </a:rPr>
              <a:t> J. Patel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794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8085 Microprocessor</a:t>
            </a:r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5622"/>
            <a:ext cx="8596668" cy="3880773"/>
          </a:xfrm>
        </p:spPr>
        <p:txBody>
          <a:bodyPr>
            <a:no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internal architecture of the 8085 microprocessor determines how and what operations can be performed with the data operations are,</a:t>
            </a:r>
          </a:p>
          <a:p>
            <a:pPr lvl="0" algn="just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Store 8-bit data.</a:t>
            </a:r>
            <a:endParaRPr lang="en-IN" sz="24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lvl="0" algn="just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Perform arithmetic and logical operations.</a:t>
            </a:r>
            <a:endParaRPr lang="en-IN" sz="24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lvl="0" algn="just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Test for conditions.</a:t>
            </a:r>
            <a:endParaRPr lang="en-IN" sz="24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lvl="0" algn="just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Sequence the execution of instructions.</a:t>
            </a:r>
            <a:endParaRPr lang="en-IN" sz="24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lvl="0" algn="just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Store data temporarily in read write memory called stack.</a:t>
            </a:r>
            <a:endParaRPr lang="en-IN" sz="24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904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 of 8085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152" y="1491848"/>
            <a:ext cx="8596668" cy="3880773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Manufactured using NMOS technology. 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Available in a 40-pin Dual In-line Package (DIP). </a:t>
            </a:r>
          </a:p>
          <a:p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8-bit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data bus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16-bit address bus, which can address 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up to 64KB(65,536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bytes) of memory. 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16-bit program counter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16-bit stack pointer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Six 8-bit registers arranged in pairs: BC, DE, HL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Requires &amp;plus;5V supply to operate at 3.2 MHZ single phase 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clock</a:t>
            </a:r>
          </a:p>
          <a:p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5 Interrupts: TRAP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RST 7.5, RST 6.5, RST 5.5, and INTR. 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43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73" y="518038"/>
            <a:ext cx="7738281" cy="5523324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213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149" y="859809"/>
            <a:ext cx="8659853" cy="5181553"/>
          </a:xfrm>
        </p:spPr>
        <p:txBody>
          <a:bodyPr>
            <a:norm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8085 has 6 general purpose registers to store 8-bit data during program execution. 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6 registers are identified as B, C, D, E, H and L. 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can be combined as register pairs BC, DE and HL to perform some 16-bit operations. 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registers are programmable. It can use to load or transfer data from the registers by using instructions. 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33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Accumulator </a:t>
            </a:r>
            <a:r>
              <a:rPr lang="en-IN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IN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14679"/>
            <a:ext cx="9162702" cy="4649644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accumulator (A) is an 8-bit register that is part of ALU. </a:t>
            </a:r>
          </a:p>
          <a:p>
            <a:pPr marL="457200" indent="-4572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used to store 8-bit data and to perform ALU operations. </a:t>
            </a:r>
          </a:p>
          <a:p>
            <a:pPr marL="457200" indent="-4572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result of an operation is stored in Accumulator. </a:t>
            </a:r>
          </a:p>
          <a:p>
            <a:pPr marL="457200" indent="-4572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Accumulator is identified as register A. </a:t>
            </a:r>
          </a:p>
          <a:p>
            <a:pPr marL="457200" indent="-4572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 on which operations is to be performed is operand. One of the operands must be Accumulator.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7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Program Counter (PC) </a:t>
            </a:r>
            <a:r>
              <a:rPr lang="en-IN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IN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69493"/>
            <a:ext cx="8596668" cy="4836994"/>
          </a:xfrm>
        </p:spPr>
        <p:txBody>
          <a:bodyPr>
            <a:no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This 16-bit register deals with sequencing the execution of instructions. 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This register is a memory pointer. Memory locations have 16-bit address. 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microprocessor uses this register to sequence the execution of the instructions. 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function of the program counter is to point to the memory address from which the next byte is to be fetched. 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When a byte is being fetched, the program counter is automatically incremented by one to point to the next memory location.</a:t>
            </a:r>
            <a:endParaRPr lang="en-IN" sz="20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760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Stack Pointer (SP)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01030"/>
            <a:ext cx="8596668" cy="3880773"/>
          </a:xfrm>
        </p:spPr>
        <p:txBody>
          <a:bodyPr>
            <a:norm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stack pointer is also a 16-bit register, used as a memory pointer. 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It points to a memory location in R/W memory, called stack. 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beginning of the stack is defined by loading 16- bit address in the stack pointer.</a:t>
            </a:r>
            <a:endParaRPr lang="en-IN" sz="24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818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Timing and control unit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641974"/>
                <a:ext cx="8596668" cy="3880773"/>
              </a:xfrm>
            </p:spPr>
            <p:txBody>
              <a:bodyPr>
                <a:normAutofit/>
              </a:bodyPr>
              <a:lstStyle/>
              <a:p>
                <a:pPr marL="457200" indent="-457200" algn="just">
                  <a:lnSpc>
                    <a:spcPct val="115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This unit synchronizes all the microprocessor operations with the clock and generates the control signal necessary for communication between the microprocessor and peripherals. </a:t>
                </a:r>
              </a:p>
              <a:p>
                <a:pPr marL="457200" indent="-457200" algn="just">
                  <a:lnSpc>
                    <a:spcPct val="115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The control signals are similar to a sync pulse in an oscilloscope. The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IN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𝑅𝐷</m:t>
                        </m:r>
                      </m:e>
                    </m:ba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IN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𝑊𝑅</m:t>
                        </m:r>
                      </m:e>
                    </m:ba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signals are sync pulses indicating the availability of data on the data </a:t>
                </a:r>
                <a:r>
                  <a:rPr lang="en-US" sz="2400" dirty="0" smtClean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bus.</a:t>
                </a: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641974"/>
                <a:ext cx="8596668" cy="3880773"/>
              </a:xfrm>
              <a:blipFill rotWithShape="0">
                <a:blip r:embed="rId2"/>
                <a:stretch>
                  <a:fillRect l="-496" t="-471" r="-1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624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10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1DC93FB5-9A23-4364-B70C-C999EF16A5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7334" y="258694"/>
            <a:ext cx="8596668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Instruction register and Decoder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EB6468BA-740C-4CBA-AF32-2A0D4EB18EB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77334" y="1205245"/>
            <a:ext cx="8596668" cy="4719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instruction register and decoder are part of the ALU. </a:t>
            </a:r>
          </a:p>
          <a:p>
            <a:pPr marL="457200" indent="-4572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When an instruction is fetched from the memory it is loaded in to the instruction register. </a:t>
            </a:r>
          </a:p>
          <a:p>
            <a:pPr marL="457200" indent="-4572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decoder decodes the instruction and establishes the sequence of events to follow. </a:t>
            </a:r>
          </a:p>
          <a:p>
            <a:pPr marL="457200" indent="-4572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instruction register is not programmable and cannot be accessed by any instruction.</a:t>
            </a:r>
            <a:endParaRPr lang="en-IN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25023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2F65D806-3CB6-4982-BA16-7B8D67CFB7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Register Array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DCD49B1B-EE2D-4B79-8F3B-76E58A915AB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77334" y="1587383"/>
            <a:ext cx="8596668" cy="428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There are two additional registers called temporary registers W and Z, which are included in the register array along with programmable registers namely B, C, D, E, H, L, SP and PC. </a:t>
            </a:r>
          </a:p>
          <a:p>
            <a:pPr marL="457200" indent="-4572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These registers are used to hold 8-bit data during the execution of instructions. However, they are used internally by microprocessor, they are available to the </a:t>
            </a:r>
            <a:r>
              <a:rPr lang="en-US" sz="2800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program.</a:t>
            </a:r>
            <a:endParaRPr lang="en-IN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467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12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A7D8B920-C0F1-43EC-9965-BD67690640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MUX / DEMUX unit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3696F8BB-AD9A-4948-9F9C-1352A4506CB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77334" y="1458840"/>
            <a:ext cx="8596668" cy="5215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This unit is used to select a register out of all the available registers. </a:t>
            </a:r>
          </a:p>
          <a:p>
            <a:pPr marL="457200" indent="-4572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This unit behaves as Multiplexer (MUX) when data going from the register to the internal data bus. </a:t>
            </a:r>
          </a:p>
          <a:p>
            <a:pPr marL="457200" indent="-4572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It behaves as Demultiplexer(DEMUX) when data is coming to a register from the internal data bus of the processor. </a:t>
            </a:r>
          </a:p>
          <a:p>
            <a:pPr marL="457200" indent="-4572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register select will behave as the function of selection lines at the Mux / </a:t>
            </a:r>
            <a:r>
              <a:rPr lang="en-US" sz="2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Demux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lang="en-IN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34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13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7341A07F-C581-4925-B339-59D5EE1075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Address Buffer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10D95CF-DADE-406B-B4F6-EEEF0835DFD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77333" y="1714021"/>
            <a:ext cx="8753269" cy="3733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This is an 8-bit bi-directional buffer. 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It is used to drive multiplexed address/data bus. i.e., low order address bus (A</a:t>
            </a:r>
            <a:r>
              <a:rPr lang="en-US" sz="2400" baseline="-25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-A</a:t>
            </a:r>
            <a:r>
              <a:rPr lang="en-US" sz="2400" baseline="-25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0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and data bus (D</a:t>
            </a:r>
            <a:r>
              <a:rPr lang="en-US" sz="2400" baseline="-25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-D</a:t>
            </a:r>
            <a:r>
              <a:rPr lang="en-US" sz="2400" baseline="-25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0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). 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It is also to tri-state the multiplexed address/data bus under certain conditions such as reset, hold, halt and when the bus is not in use</a:t>
            </a:r>
            <a:r>
              <a:rPr lang="en-US" sz="2400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599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14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C5202CD4-03F3-4148-A98A-6D2FF32032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Incrementer</a:t>
            </a:r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en-US" sz="32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Decrementer</a:t>
            </a:r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address latch </a:t>
            </a:r>
            <a:endParaRPr lang="en-IN" sz="32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9BE4EF06-D565-4902-92A1-BFFC820D421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16-bit register is used to increment or decrement the contents of program counter or stack pointer as part of execution of instructions related to them.</a:t>
            </a:r>
            <a:endParaRPr lang="en-I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13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15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F8F8A3E7-3A1E-44C5-95DF-9BE59BDF9A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7334" y="432179"/>
            <a:ext cx="859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Flag register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2CF140CA-7C50-48E2-91F3-0E0E88FC9E2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77334" y="1016954"/>
            <a:ext cx="8596668" cy="460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ALU includes five flip-flops, which are set (or) reset after an operation according to data condition of the result in the accumulator and other registers. </a:t>
            </a:r>
          </a:p>
          <a:p>
            <a:pPr marL="457200" indent="-4572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They are called 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Sign (S), Zero 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(Z), 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Auxiliary Carry (AC) </a:t>
            </a:r>
            <a:r>
              <a:rPr lang="en-US" sz="2400" dirty="0" smtClean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Parity (P) </a:t>
            </a:r>
            <a:r>
              <a:rPr lang="en-US" sz="2400" dirty="0" smtClean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and Carry 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2400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CY) flags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 </a:t>
            </a:r>
          </a:p>
          <a:p>
            <a:pPr marL="457200" indent="-4572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Their bit positions in the flag register are shown in Fig. The microprocessor uses these flags to test data</a:t>
            </a:r>
            <a:r>
              <a:rPr lang="en-US" sz="2400" spc="-85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conditions</a:t>
            </a:r>
            <a:r>
              <a:rPr lang="en-US" sz="2400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</a:p>
          <a:p>
            <a:pPr marL="457200" indent="-4572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These flags have critical importance in the decision-making process of the microprocessor</a:t>
            </a:r>
            <a:r>
              <a:rPr lang="en-US" sz="2400" dirty="0" smtClean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017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80" y="550862"/>
            <a:ext cx="8016948" cy="1789486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16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32597" y="2286488"/>
            <a:ext cx="782863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arenBoth"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S (Sign Flag): </a:t>
            </a:r>
          </a:p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• It holds the arithmetic sign of the result after arithmetic or logic instruction executes.</a:t>
            </a:r>
          </a:p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• If S = 1, the sign bit (leftmost bit of a number) is set or negative and if S = 0, the sign bit is cleared or positive.</a:t>
            </a:r>
          </a:p>
          <a:p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(2) Z (Zero) Flag: </a:t>
            </a:r>
          </a:p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• This flag indicates whether the result of mathematical or logical operation is zero or not. </a:t>
            </a:r>
          </a:p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• If the result of the current operation is zero, then this flag will be set, otherwise reset. </a:t>
            </a:r>
          </a:p>
          <a:p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900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322" y="550153"/>
            <a:ext cx="8596668" cy="54912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(3) AC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(Auxiliary Carry) Flag: 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It shows carry propagation from D3 position to D4 position. 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AF (Auxiliary carry Flag): It holds the carry (half-carry) after addition or borrows after subtraction between bit positions 3 and 4 of the result in a BCD operation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• If carry or borrow generated to D3 and to pass to D4, then AC flag is set otherwise reset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573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686630"/>
            <a:ext cx="8596668" cy="52092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(4) P (Parity Flag):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• It is the count of 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ones(1s)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 a number expressed as even or odd.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• It is logic 0 for even parity (i.e. even number of 1s) 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	 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   logic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 for odd parity (i.e. odd number of 1s). 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5) 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C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(Carry) Flag: 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• During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 addition or subtraction operation, 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if carry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or borrow is generated 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then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this flag bit will be 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set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,otherwise it is reset.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301A6-95C6-4CB4-8A04-56E039F1094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313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85</TotalTime>
  <Words>1032</Words>
  <Application>Microsoft Office PowerPoint</Application>
  <PresentationFormat>Widescreen</PresentationFormat>
  <Paragraphs>105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Cambria Math</vt:lpstr>
      <vt:lpstr>Times New Roman</vt:lpstr>
      <vt:lpstr>Trebuchet MS</vt:lpstr>
      <vt:lpstr>Wingdings</vt:lpstr>
      <vt:lpstr>Wingdings 3</vt:lpstr>
      <vt:lpstr>Facet</vt:lpstr>
      <vt:lpstr>8085 Microprocessor Architecture</vt:lpstr>
      <vt:lpstr>Architecture of 8085 Microprocessor </vt:lpstr>
      <vt:lpstr>Features of 8085</vt:lpstr>
      <vt:lpstr>PowerPoint Presentation</vt:lpstr>
      <vt:lpstr>PowerPoint Presentation</vt:lpstr>
      <vt:lpstr>Accumulator  </vt:lpstr>
      <vt:lpstr>Program Counter (PC)  </vt:lpstr>
      <vt:lpstr>Stack Pointer (SP)  </vt:lpstr>
      <vt:lpstr>Timing and control unit  </vt:lpstr>
      <vt:lpstr>Instruction register and Decoder </vt:lpstr>
      <vt:lpstr>Register Array </vt:lpstr>
      <vt:lpstr>MUX / DEMUX unit </vt:lpstr>
      <vt:lpstr>Address Buffer </vt:lpstr>
      <vt:lpstr>Incrementer/Decrementer address latch </vt:lpstr>
      <vt:lpstr>Flag register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8085 Microprocessor Architecture</dc:title>
  <dc:creator>Microsoft account</dc:creator>
  <cp:lastModifiedBy>Microsoft account</cp:lastModifiedBy>
  <cp:revision>46</cp:revision>
  <dcterms:created xsi:type="dcterms:W3CDTF">2025-07-10T16:18:01Z</dcterms:created>
  <dcterms:modified xsi:type="dcterms:W3CDTF">2025-07-29T05:35:00Z</dcterms:modified>
</cp:coreProperties>
</file>